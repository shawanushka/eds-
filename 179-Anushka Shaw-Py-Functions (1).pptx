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831181"/>
            <a:ext cx="7415927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Modular Programming in Python: Functions &amp; The Fibonacci Sequence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4037" y="5015984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Graded Activity 1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864037" y="600336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Anushka Shaw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| 202501080179 | EDS | IT2-I23 | March 26,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7998" y="757238"/>
            <a:ext cx="6288643" cy="57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a Python Function?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77998" y="1984653"/>
            <a:ext cx="3374708" cy="1538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reusable block of organized code designed to perform a specific task. Functions are fundamental building blocks in Python programming that help create efficient, maintainable software.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77998" y="3659386"/>
            <a:ext cx="255793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Functions Matter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77998" y="4083129"/>
            <a:ext cx="3374708" cy="102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They transform complex problems into manageable pieces, making code easier to understand, test, and maintain.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477" y="1690449"/>
            <a:ext cx="6651427" cy="37123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77998" y="5710476"/>
            <a:ext cx="3400306" cy="1761887"/>
          </a:xfrm>
          <a:prstGeom prst="roundRect">
            <a:avLst>
              <a:gd name="adj" fmla="val 1564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2261711" y="5894189"/>
            <a:ext cx="22969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Modularity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61711" y="6263283"/>
            <a:ext cx="3032879" cy="102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Breaks down large programs into smaller, manageable pieces that can be developed and tested independently.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14988" y="5710476"/>
            <a:ext cx="3400306" cy="1761887"/>
          </a:xfrm>
          <a:prstGeom prst="roundRect">
            <a:avLst>
              <a:gd name="adj" fmla="val 1564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5798701" y="5894189"/>
            <a:ext cx="22969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Reusability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98701" y="6263283"/>
            <a:ext cx="3032879" cy="102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 is written once but can be executed multiple times throughout your program, reducing redundancy and errors.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51977" y="5710476"/>
            <a:ext cx="3400306" cy="1761887"/>
          </a:xfrm>
          <a:prstGeom prst="roundRect">
            <a:avLst>
              <a:gd name="adj" fmla="val 1564"/>
            </a:avLst>
          </a:prstGeom>
          <a:solidFill>
            <a:srgbClr val="26262B"/>
          </a:solidFill>
          <a:ln/>
        </p:spPr>
      </p:sp>
      <p:sp>
        <p:nvSpPr>
          <p:cNvPr id="14" name="Text 11"/>
          <p:cNvSpPr/>
          <p:nvPr/>
        </p:nvSpPr>
        <p:spPr>
          <a:xfrm>
            <a:off x="9335691" y="5894189"/>
            <a:ext cx="22969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35691" y="6263283"/>
            <a:ext cx="3032879" cy="102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Users don't need to know how it works internally—only how to use it, hiding complex implementation details.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157" y="809268"/>
            <a:ext cx="7771686" cy="12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Defining the Fibonacci Sequence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6157" y="2268141"/>
            <a:ext cx="7771686" cy="8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Each number in the sequence is the sum of the two preceding ones. This mathematical pattern appears throughout nature, from flower petals to galaxy spirals.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6157" y="3287316"/>
            <a:ext cx="7771686" cy="1118592"/>
          </a:xfrm>
          <a:prstGeom prst="roundRect">
            <a:avLst>
              <a:gd name="adj" fmla="val 980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97" y="3287316"/>
            <a:ext cx="91440" cy="1118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3574" y="3506153"/>
            <a:ext cx="245066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Rule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73574" y="3905726"/>
            <a:ext cx="7265432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Each number equals the sum of its two predecessors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86157" y="4561523"/>
            <a:ext cx="7771686" cy="1127998"/>
          </a:xfrm>
          <a:prstGeom prst="roundRect">
            <a:avLst>
              <a:gd name="adj" fmla="val 9728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97" y="4561523"/>
            <a:ext cx="91440" cy="11279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3574" y="4780359"/>
            <a:ext cx="277844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Mathematical Formula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73574" y="5179933"/>
            <a:ext cx="7265432" cy="290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F_n = F_{n-1} + F_{n-2}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86157" y="5845135"/>
            <a:ext cx="7771686" cy="1118592"/>
          </a:xfrm>
          <a:prstGeom prst="roundRect">
            <a:avLst>
              <a:gd name="adj" fmla="val 980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97" y="5845135"/>
            <a:ext cx="91440" cy="1118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3574" y="6063972"/>
            <a:ext cx="245066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Base Cases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973574" y="6463546"/>
            <a:ext cx="7265432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Sequence begins with 0 and 1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86157" y="7138868"/>
            <a:ext cx="7771686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Sequence: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0, 1, 1, 2, 3, 5, 8, 13, 21, 34, 55, 89...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4246" y="1036796"/>
            <a:ext cx="5027057" cy="628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Preparing the Logic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1584246" y="2074426"/>
            <a:ext cx="251352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Edge Cases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584246" y="2552224"/>
            <a:ext cx="3692723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What happens when users request 0 terms or negative values? Planning for invalid inputs ensures robust, error-free code.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584246" y="3883223"/>
            <a:ext cx="251352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Storage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84246" y="4361021"/>
            <a:ext cx="3692723" cy="116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Python list stores the growing sequence as it builds. Lists provide efficient indexing and appending operations.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84246" y="5692021"/>
            <a:ext cx="251352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Loop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84246" y="6169819"/>
            <a:ext cx="3692723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Iterates through positions, looking back at the last two items and adding them to build the next value.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127" y="2520553"/>
            <a:ext cx="7278410" cy="40622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4345" y="830461"/>
            <a:ext cx="5167312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Python Code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1424345" y="1822371"/>
            <a:ext cx="11781711" cy="5576768"/>
          </a:xfrm>
          <a:prstGeom prst="roundRect">
            <a:avLst>
              <a:gd name="adj" fmla="val 556"/>
            </a:avLst>
          </a:prstGeom>
          <a:solidFill>
            <a:srgbClr val="141419"/>
          </a:solidFill>
          <a:ln/>
        </p:spPr>
      </p:sp>
      <p:sp>
        <p:nvSpPr>
          <p:cNvPr id="4" name="Shape 2"/>
          <p:cNvSpPr/>
          <p:nvPr/>
        </p:nvSpPr>
        <p:spPr>
          <a:xfrm>
            <a:off x="1414105" y="1822371"/>
            <a:ext cx="11802189" cy="5576768"/>
          </a:xfrm>
          <a:prstGeom prst="roundRect">
            <a:avLst>
              <a:gd name="adj" fmla="val 556"/>
            </a:avLst>
          </a:prstGeom>
          <a:solidFill>
            <a:srgbClr val="141419"/>
          </a:solidFill>
          <a:ln/>
        </p:spPr>
      </p:sp>
      <p:sp>
        <p:nvSpPr>
          <p:cNvPr id="5" name="Text 3"/>
          <p:cNvSpPr/>
          <p:nvPr/>
        </p:nvSpPr>
        <p:spPr>
          <a:xfrm>
            <a:off x="1672471" y="2029063"/>
            <a:ext cx="11285458" cy="516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generate_fibonacci(n):
 """
 Generates a Fibonacci sequence up to 'n' terms.
 Uses an efficient loop to avoid redundant calculations.
 """
 if n &lt;= 0:
 return []
 elif n == 1:
 return [0]
 sequence = [0, 1]
 for _ in range(2, n):
 next_val = sequence[-1] + sequence[-2]
 sequence.append(next_val)
 return sequence
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692" y="661273"/>
            <a:ext cx="5839182" cy="692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How the Loop Works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2" y="1652230"/>
            <a:ext cx="664845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39491" y="1873806"/>
            <a:ext cx="2770465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Initialization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639491" y="2339340"/>
            <a:ext cx="6728817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 with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= [0, 1]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5" y="3180993"/>
            <a:ext cx="664845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71913" y="3402568"/>
            <a:ext cx="3162657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Access Last Two Items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971913" y="3868103"/>
            <a:ext cx="6396395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Look at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sequence[-1]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and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sequence[-2]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537" y="4709755"/>
            <a:ext cx="664845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04336" y="4931331"/>
            <a:ext cx="2793802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Calculate &amp; Append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304336" y="5396865"/>
            <a:ext cx="6063972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 them (0 + 1 = 1) and append to list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079" y="6238518"/>
            <a:ext cx="664845" cy="1143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636877" y="6460093"/>
            <a:ext cx="2770465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Repeat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636877" y="6925628"/>
            <a:ext cx="5731431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New list: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[0, 1, 1]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 Continue!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958" y="911066"/>
            <a:ext cx="7528084" cy="144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r>
              <a:rPr lang="en-US" sz="4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Use a Loop Instead of Recursion?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807958" y="2893219"/>
            <a:ext cx="3482459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Alternative: Recursion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07958" y="3830598"/>
            <a:ext cx="3482459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Making the function call itself repeatedly. Elegant but inefficient for large inputs.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7958" y="5118378"/>
            <a:ext cx="288559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Flaw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07958" y="5694997"/>
            <a:ext cx="3482459" cy="142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Recalculates the same numbers over and over, creating exponential work and duplicate calculations.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61203" y="2893219"/>
            <a:ext cx="323349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Power of Iteration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861203" y="3469838"/>
            <a:ext cx="3482459" cy="142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loop "remembers" past answers by storing them in a list, making it vastly more efficient.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61203" y="5114925"/>
            <a:ext cx="288559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Advantage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4861203" y="5691545"/>
            <a:ext cx="3482459" cy="142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Each calculation is performed exactly once, reducing time complexity from exponential to linear.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2454" y="1548646"/>
            <a:ext cx="5575816" cy="52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Writing Professional Code</a:t>
            </a:r>
            <a:endParaRPr lang="en-US" sz="3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454" y="2236946"/>
            <a:ext cx="416004" cy="4160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2454" y="2793206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82454" y="3120390"/>
            <a:ext cx="7979093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Includes clear docstrings explaining the function's purpose, parameters, and return values. This helps other developers understand your code quickly.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454" y="3790474"/>
            <a:ext cx="416004" cy="4160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2454" y="4346734"/>
            <a:ext cx="2080498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Readability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82454" y="4673918"/>
            <a:ext cx="7979093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Uses descriptive variable names like </a:t>
            </a:r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</a:t>
            </a:r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and </a:t>
            </a:r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next_val</a:t>
            </a:r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instead of cryptic abbreviations. Clear code is maintainable code.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454" y="5351621"/>
            <a:ext cx="416004" cy="4160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2454" y="5907881"/>
            <a:ext cx="255782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Defensive Programming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82454" y="6235065"/>
            <a:ext cx="7979093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Anticipates invalid inputs like negative numbers, preventing crashes. Handles edge cases gracefully with appropriate return values.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13736"/>
            <a:ext cx="642163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Testing the Function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455545"/>
            <a:ext cx="7415927" cy="2106692"/>
          </a:xfrm>
          <a:prstGeom prst="roundRect">
            <a:avLst>
              <a:gd name="adj" fmla="val 1758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7733" y="273284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Input Code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627733" y="3396258"/>
            <a:ext cx="6861334" cy="888682"/>
          </a:xfrm>
          <a:prstGeom prst="roundRect">
            <a:avLst>
              <a:gd name="adj" fmla="val 4167"/>
            </a:avLst>
          </a:prstGeom>
          <a:solidFill>
            <a:srgbClr val="141419"/>
          </a:solidFill>
          <a:ln/>
        </p:spPr>
      </p:sp>
      <p:sp>
        <p:nvSpPr>
          <p:cNvPr id="7" name="Shape 4"/>
          <p:cNvSpPr/>
          <p:nvPr/>
        </p:nvSpPr>
        <p:spPr>
          <a:xfrm>
            <a:off x="6615470" y="3396258"/>
            <a:ext cx="6885861" cy="888682"/>
          </a:xfrm>
          <a:prstGeom prst="roundRect">
            <a:avLst>
              <a:gd name="adj" fmla="val 4167"/>
            </a:avLst>
          </a:prstGeom>
          <a:solidFill>
            <a:srgbClr val="141419"/>
          </a:solidFill>
          <a:ln/>
        </p:spPr>
      </p:sp>
      <p:sp>
        <p:nvSpPr>
          <p:cNvPr id="8" name="Text 5"/>
          <p:cNvSpPr/>
          <p:nvPr/>
        </p:nvSpPr>
        <p:spPr>
          <a:xfrm>
            <a:off x="6924080" y="3643074"/>
            <a:ext cx="626864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print(generate_fibonacci(10))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350437" y="4809053"/>
            <a:ext cx="7415927" cy="2106692"/>
          </a:xfrm>
          <a:prstGeom prst="roundRect">
            <a:avLst>
              <a:gd name="adj" fmla="val 1758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7733" y="508635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Output Result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627733" y="5749766"/>
            <a:ext cx="6861334" cy="888682"/>
          </a:xfrm>
          <a:prstGeom prst="roundRect">
            <a:avLst>
              <a:gd name="adj" fmla="val 4167"/>
            </a:avLst>
          </a:prstGeom>
          <a:solidFill>
            <a:srgbClr val="141419"/>
          </a:solidFill>
          <a:ln/>
        </p:spPr>
      </p:sp>
      <p:sp>
        <p:nvSpPr>
          <p:cNvPr id="12" name="Shape 9"/>
          <p:cNvSpPr/>
          <p:nvPr/>
        </p:nvSpPr>
        <p:spPr>
          <a:xfrm>
            <a:off x="6615470" y="5749766"/>
            <a:ext cx="6885861" cy="888682"/>
          </a:xfrm>
          <a:prstGeom prst="roundRect">
            <a:avLst>
              <a:gd name="adj" fmla="val 4167"/>
            </a:avLst>
          </a:prstGeom>
          <a:solidFill>
            <a:srgbClr val="141419"/>
          </a:solidFill>
          <a:ln/>
        </p:spPr>
      </p:sp>
      <p:sp>
        <p:nvSpPr>
          <p:cNvPr id="13" name="Text 10"/>
          <p:cNvSpPr/>
          <p:nvPr/>
        </p:nvSpPr>
        <p:spPr>
          <a:xfrm>
            <a:off x="6924080" y="5996583"/>
            <a:ext cx="626864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1, 1, 2, 3, 5, 8, 13, 21, 34]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841" y="1231106"/>
            <a:ext cx="4534614" cy="56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4841" y="1997750"/>
            <a:ext cx="7874318" cy="1654850"/>
          </a:xfrm>
          <a:prstGeom prst="roundRect">
            <a:avLst>
              <a:gd name="adj" fmla="val 1644"/>
            </a:avLst>
          </a:prstGeom>
          <a:solidFill>
            <a:srgbClr val="26262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73" y="2179082"/>
            <a:ext cx="544116" cy="54411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35" y="2328743"/>
            <a:ext cx="244793" cy="24479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6173" y="2856428"/>
            <a:ext cx="241935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Structured Solutions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816173" y="3219688"/>
            <a:ext cx="751165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Functions provide the framework for building efficient, readable algorithms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634841" y="3785830"/>
            <a:ext cx="7874318" cy="1654850"/>
          </a:xfrm>
          <a:prstGeom prst="roundRect">
            <a:avLst>
              <a:gd name="adj" fmla="val 1644"/>
            </a:avLst>
          </a:prstGeom>
          <a:solidFill>
            <a:srgbClr val="26262B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73" y="3967163"/>
            <a:ext cx="544116" cy="54411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835" y="4116824"/>
            <a:ext cx="244793" cy="24479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16173" y="4644509"/>
            <a:ext cx="2677597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Professional Standards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816173" y="5007769"/>
            <a:ext cx="751165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Documentation, readability, and defensive programming create robust code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34841" y="5590580"/>
            <a:ext cx="7874318" cy="75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Functions transform complex problems into manageable pieces, making code easier to understand, test, and maintain. This foundational skill is essential for all professional software development.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34841" y="6545104"/>
            <a:ext cx="3627715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Thank You!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2026-03-31T13:40:21Z</dcterms:created>
  <dcterms:modified xsi:type="dcterms:W3CDTF">2026-03-31T13:40:21Z</dcterms:modified>
</cp:coreProperties>
</file>